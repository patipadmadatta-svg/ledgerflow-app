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LedgerFlow — Real-Time Margin &amp; Invoice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EF4444"/>
                </a:solidFill>
              </a:defRPr>
            </a:pPr>
            <a:r>
              <a:t>THE PROBLEM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• Freelancers face extreme cash volatility due to delayed collections.</a:t>
            </a:r>
            <a:br/>
            <a:r>
              <a:t>• No clear view of absolute cost-to-charge profit margins.</a:t>
            </a:r>
            <a:br/>
            <a:r>
              <a:t>• Manual payment chasing overhead.</a:t>
            </a:r>
          </a:p>
          <a:p>
            <a:br/>
            <a:pPr>
              <a:defRPr sz="1800" b="1">
                <a:solidFill>
                  <a:srgbClr val="25D366"/>
                </a:solidFill>
              </a:defRPr>
            </a:pPr>
            <a:r>
              <a:t>THE SOLUTION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Premium real-time analytics with the interactive Money Wheel.</a:t>
            </a:r>
            <a:br/>
            <a:r>
              <a:t>• Automated Late Fee engine charging ₹100 per 5 days overdue.</a:t>
            </a:r>
            <a:br/>
            <a:r>
              <a:t>• Streamlined invoice creation and client profile tracking.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18CF8"/>
                </a:solidFill>
              </a:defRPr>
            </a:pPr>
            <a:r>
              <a:t>STACK &amp; ORIGINAL MODULES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Tech Stack: Next.js (App Router), Supabase Postgres, Recharts.</a:t>
            </a:r>
            <a:br/>
            <a:r>
              <a:t>• ledgerMath.ts: Safe centralized math engine (0 floating-point drift).</a:t>
            </a:r>
            <a:br/>
            <a:r>
              <a:t>• Mock Fallback DB: Fully functional offline database seed.</a:t>
            </a:r>
            <a:br/>
            <a:r>
              <a:t>• 100% Type-Safe: Passes all strict TypeScript compiler checks.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Strategic Trade &amp; M&amp;A Activity (Acquisitions &amp; Sales)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25D366"/>
                </a:solidFill>
              </a:defRPr>
            </a:pPr>
            <a:r>
              <a:t>CAPITAL INFLOW (Sales)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CashBridge Module (Early Invoice Discounting): Sold modular early-liquidity API copies to other teams on the trading floor.</a:t>
            </a:r>
          </a:p>
          <a:p>
            <a:br/>
            <a:pPr>
              <a:defRPr sz="1800" b="1">
                <a:solidFill>
                  <a:srgbClr val="EF4444"/>
                </a:solidFill>
              </a:defRPr>
            </a:pPr>
            <a:r>
              <a:t>CAPITAL OUTFLOW (Purchases)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WhatsApp Smart Reminder: Acquired from Team payflow (TEJAS-747) to automate collection alerts.</a:t>
            </a:r>
            <a:br/>
            <a:r>
              <a:t>• Vernacular Translation Wrapper: Acquired from Team vernacular-wrapper (shadwalsr) to translate UI labels.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Unified Multilingual &amp; Reminder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25D366"/>
                </a:solidFill>
              </a:defRPr>
            </a:pPr>
            <a:r>
              <a:t>WHATSAPP SMART REMINDER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Tone Presets: Polite, Friendly, Firm, and Urgent categories.</a:t>
            </a:r>
            <a:br/>
            <a:r>
              <a:t>• UPI Integration: Embedded payment details dynamically.</a:t>
            </a:r>
            <a:br/>
            <a:r>
              <a:t>• Action: Auto-formats and opens a direct wa.me link.</a:t>
            </a:r>
            <a:br/>
            <a:r>
              <a:t>• Dispatcher Card: Dedicated dashboard sidebar panel.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818CF8"/>
                </a:solidFill>
              </a:defRPr>
            </a:pPr>
            <a:r>
              <a:t>VERNACULAR LANGUAGE TRANSLATION</a:t>
            </a:r>
          </a:p>
          <a:p>
            <a:pPr>
              <a:defRPr sz="1400">
                <a:solidFill>
                  <a:srgbClr val="F3F4F6"/>
                </a:solidFill>
              </a:defRPr>
            </a:pPr>
            <a:r>
              <a:t>• Global Language Context: Translates all UI strings instantly.</a:t>
            </a:r>
            <a:br/>
            <a:r>
              <a:t>• Regional Indian Languages: Supports Hindi, Tamil, Telugu, Kannada, Marathi, Bengali, Gujarati, Malayalam, and Punjabi.</a:t>
            </a:r>
            <a:br/>
            <a:r>
              <a:t>• Dropdown Selector: Integrated globe icon in header.</a:t>
            </a:r>
            <a:br/>
            <a:r>
              <a:t>• Persistence: Saved language preference in localStorage.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